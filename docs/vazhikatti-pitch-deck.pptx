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4297680" y="9144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29768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VAZHIKATTI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வழிகாட்டி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Career Guidance for 12th Students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3840480"/>
            <a:ext cx="64008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385876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5920" y="4224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385876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0" y="4224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Exams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385876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4224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385876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4224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12th students face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508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Career Clarity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7830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of 12th students don't know what to study after school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7863840" cy="6858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2860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Confusion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6060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miss TNEA/NEET deadlines and lose seats every year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7863840" cy="68580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1089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Guidance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429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career counselling costs ₹5,000–25,000 per session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9319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Scattered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251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Cutoffs, exams, colleges — all on different websites with no single source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 Everything a 12th student needs.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84048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5361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Predictor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 AI — personalized career recommendations based on interests, marks, and aptitude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84048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0" y="15361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Calculator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TNEA engineering + NEET medical cutoff with college prediction for every community category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384048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26334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Tracker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checklist for TNEA, NEET, JoSAA, TNAU — with deadline reminders via email and SMS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384048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0" y="26334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Universities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IIT, NIT, IIM, AIIMS + TN state universities with courses, fees, eligibility, official logos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657600"/>
            <a:ext cx="384048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37307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Govt Exams + PYQ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syllabus, exam pattern, and previous year questions for TNPSC, UPSC, Banking, Railways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384048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86400" y="37307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Tamil + English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 in both languages — the only career guidance platform built specifically for Tamil Nadu students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Chat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that answers any career question in Tamil or English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196596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18872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417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EduCutoff Calculator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8288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TNEA cutoff + college prediction based on 12th marks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196596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417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Tracker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8288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 deadline — cloud-synced with email reminders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188720"/>
            <a:ext cx="196596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18872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417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Comparison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18288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colleges side-by-side on fees, placements, cutoff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196596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1752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246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Alerts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6576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before registration deadlines close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3017520"/>
            <a:ext cx="196596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06040" y="3017520"/>
            <a:ext cx="1965960" cy="54864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3246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Sharing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36576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share results with parents — free viral growth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196596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017520"/>
            <a:ext cx="19659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246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36576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post jobs, students apply — built-in placement pipeline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03720" y="3017520"/>
            <a:ext cx="1965960" cy="1554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3017520"/>
            <a:ext cx="1965960" cy="548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3246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Installable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36576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phone — install like an app, works offline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alone — massive addressable market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6596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645920"/>
            <a:ext cx="777240" cy="7772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645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9.5L+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appear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12th exams yearly in TN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196596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645920"/>
            <a:ext cx="777240" cy="7772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645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4.2L+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2606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TNEA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counselling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196596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49240" y="1645920"/>
            <a:ext cx="777240" cy="7772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1645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3.8L+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2606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NEET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admission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463040"/>
            <a:ext cx="196596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0" y="164592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1645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550+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0880" y="2606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colleges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Tamil Nadu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Models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2560320" cy="1005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(Schools)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for schools at ₹50K–2L/year per school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schools in TN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0" y="3931920"/>
            <a:ext cx="2560320" cy="1005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1188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(Students)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1188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Freemium: Free basic + ₹999/year premium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11880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1% = 9,500 paying users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09360" y="3931920"/>
            <a:ext cx="2560320" cy="1005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4652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(Government)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to TN Education Dept as state platform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contract = massive scale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infrastructure, zero server management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56032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Type-safe, component-based UI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56032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600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Auth + DB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real-time sync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256032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00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(Anthropic)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prediction, chat, questions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256032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383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+ CDN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657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Auto-deploy, global edge network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2926080"/>
            <a:ext cx="256032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3383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0" y="3657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mobile-first design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926080"/>
            <a:ext cx="256032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3383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657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 reminders workflow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731520"/>
            <a:ext cx="1097280" cy="10972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02336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VAZHIKATTI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Every Student to Their Best Future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3291840"/>
            <a:ext cx="457200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3291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Live Demo →  horizons-ai-guide-app.vercel.app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Tamil Nadu  •  Powered by AI  •  Free for Students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VAZHIKATTI — AI Career Guidance Platform</dc:title>
  <dc:subject>PptxGenJS Presentation</dc:subject>
  <dc:creator>VAZHIKATTI</dc:creator>
  <cp:lastModifiedBy>VAZHIKATTI</cp:lastModifiedBy>
  <cp:revision>1</cp:revision>
  <dcterms:created xsi:type="dcterms:W3CDTF">2026-03-24T07:33:59Z</dcterms:created>
  <dcterms:modified xsi:type="dcterms:W3CDTF">2026-03-24T07:33:59Z</dcterms:modified>
</cp:coreProperties>
</file>